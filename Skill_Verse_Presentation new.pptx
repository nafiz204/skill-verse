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297A"/>
    <a:srgbClr val="4D2871"/>
    <a:srgbClr val="2B1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061" autoAdjust="0"/>
  </p:normalViewPr>
  <p:slideViewPr>
    <p:cSldViewPr snapToGrid="0" snapToObjects="1">
      <p:cViewPr>
        <p:scale>
          <a:sx n="66" d="100"/>
          <a:sy n="66" d="100"/>
        </p:scale>
        <p:origin x="15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376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D1D1D"/>
            </a:gs>
            <a:gs pos="100000">
              <a:srgbClr val="5C2B8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hz-_FBVkYCA0QWG9d_usFHXuJgENkUTm/view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1D1D1D"/>
            </a:gs>
            <a:gs pos="100000">
              <a:srgbClr val="5C2B8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Verse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5361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LMS with Intelligent Task Planner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1214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Enrollment to Completion — AI that Plans, Nudges, and Keeps Learners on Track</a:t>
            </a:r>
            <a:endParaRPr lang="en-US" sz="1600" dirty="0"/>
          </a:p>
        </p:txBody>
      </p:sp>
      <p:sp useBgFill="1">
        <p:nvSpPr>
          <p:cNvPr id="5" name="Shape 3"/>
          <p:cNvSpPr/>
          <p:nvPr/>
        </p:nvSpPr>
        <p:spPr>
          <a:xfrm>
            <a:off x="457200" y="2880360"/>
            <a:ext cx="5577840" cy="1933180"/>
          </a:xfrm>
          <a:prstGeom prst="roundRect">
            <a:avLst>
              <a:gd name="adj" fmla="val 6486"/>
            </a:avLst>
          </a:prstGeom>
          <a:ln>
            <a:solidFill>
              <a:srgbClr val="52297A"/>
            </a:solidFill>
          </a:ln>
        </p:spPr>
      </p:sp>
      <p:sp>
        <p:nvSpPr>
          <p:cNvPr id="6" name="Text 4"/>
          <p:cNvSpPr/>
          <p:nvPr/>
        </p:nvSpPr>
        <p:spPr>
          <a:xfrm>
            <a:off x="713232" y="31089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327 Software Engineering | North South University
</a:t>
            </a: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#12: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Nafiz Imtiaz (2222044042) &amp; Mahadi Hasan Nayan (2222130042)
</a:t>
            </a: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skill-verse-tau.vercel.app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28803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C579D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3520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2774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4160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983480"/>
            <a:ext cx="7772400" cy="951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Mission: Bridge the gap between passive course delivery and active daily execution — a full-stack app built for self-paced learners and educators.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66344" y="95097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Self-Paced E-Learning Dropout Crisis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EC579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DROPOUT 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online and university students overwhelmingly drop out before finishing a course — intent to learn rarely converts into course completion.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155448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F27749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0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DUMPS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975104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LMS platforms like Moodle and Canvas store PDFs and deadlines but offer zero support for daily execution — students are on their own after enrollment.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9664C8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BURNOUT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91072" y="1975104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workload causes cognitive overload, procrastination, and study fatigue, especially when deadlines pile up without any prioritization support.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00" dirty="0">
                <a:solidFill>
                  <a:srgbClr val="0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3766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b="1" dirty="0">
                <a:solidFill>
                  <a:srgbClr val="0F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separate, disconnected apps — their LMS, Trello, and Google Calendar — and that fragmentation is a leading cause of dropped courses.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9062"/>
            <a:ext cx="8229600" cy="6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OVERVIEW &amp; CORE INNOVATIONS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71051"/>
            <a:ext cx="8229600" cy="51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Static Deadlines into Adaptive, AI-Scheduled Study Plans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EC579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1396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LMS IMPORT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4323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sync of university courses, assignments, and deadlines directly via a Canvas REST API token.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01168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27749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213969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 TASK PLANNER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0328" y="2432304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 breaks assignments into subtasks and flags workload-density warnings above 4 hours/day.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77867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9664C8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805883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OAUTH SYNC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098491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2-way sync that creates dedicated study slots straight in the student's personal calendar.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3677867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0070C0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3805883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INTERVIEW &amp; EDUCATOR STUDIO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4098491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oral exam room for learners, plus AI-generated quizzes and outlines for educators.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6235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2828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5724144"/>
            <a:ext cx="1517904" cy="301752"/>
          </a:xfrm>
          <a:prstGeom prst="roundRect">
            <a:avLst>
              <a:gd name="adj" fmla="val 48485"/>
            </a:avLst>
          </a:prstGeom>
          <a:solidFill>
            <a:srgbClr val="EC57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72414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REST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85416" y="5724144"/>
            <a:ext cx="1517904" cy="301752"/>
          </a:xfrm>
          <a:prstGeom prst="roundRect">
            <a:avLst>
              <a:gd name="adj" fmla="val 48485"/>
            </a:avLst>
          </a:prstGeom>
          <a:solidFill>
            <a:srgbClr val="F27749"/>
          </a:solidFill>
          <a:ln/>
        </p:spPr>
      </p:sp>
      <p:sp>
        <p:nvSpPr>
          <p:cNvPr id="20" name="Text 18"/>
          <p:cNvSpPr/>
          <p:nvPr/>
        </p:nvSpPr>
        <p:spPr>
          <a:xfrm>
            <a:off x="2185416" y="572414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76472" y="5724144"/>
            <a:ext cx="1517904" cy="301752"/>
          </a:xfrm>
          <a:prstGeom prst="roundRect">
            <a:avLst>
              <a:gd name="adj" fmla="val 48485"/>
            </a:avLst>
          </a:prstGeom>
          <a:solidFill>
            <a:srgbClr val="9664C8"/>
          </a:solidFill>
          <a:ln/>
        </p:spPr>
      </p:sp>
      <p:sp>
        <p:nvSpPr>
          <p:cNvPr id="22" name="Text 20"/>
          <p:cNvSpPr/>
          <p:nvPr/>
        </p:nvSpPr>
        <p:spPr>
          <a:xfrm>
            <a:off x="3776472" y="572414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67528" y="5724144"/>
            <a:ext cx="1517904" cy="301752"/>
          </a:xfrm>
          <a:prstGeom prst="roundRect">
            <a:avLst>
              <a:gd name="adj" fmla="val 48485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67528" y="572414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58584" y="5724144"/>
            <a:ext cx="1517904" cy="301752"/>
          </a:xfrm>
          <a:prstGeom prst="roundRect">
            <a:avLst>
              <a:gd name="adj" fmla="val 48485"/>
            </a:avLst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26" name="Text 24"/>
          <p:cNvSpPr/>
          <p:nvPr/>
        </p:nvSpPr>
        <p:spPr>
          <a:xfrm>
            <a:off x="6958584" y="5724144"/>
            <a:ext cx="1517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ENGINEERING HIGHLIGHTS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Security, and Maintainability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87752" cy="3657600"/>
          </a:xfrm>
          <a:prstGeom prst="roundRect">
            <a:avLst>
              <a:gd name="adj" fmla="val 3534"/>
            </a:avLst>
          </a:prstGeom>
          <a:solidFill>
            <a:srgbClr val="6496C8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975104"/>
            <a:ext cx="2185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3552" y="1554480"/>
            <a:ext cx="2587752" cy="3657600"/>
          </a:xfrm>
          <a:prstGeom prst="roundRect">
            <a:avLst>
              <a:gd name="adj" fmla="val 3534"/>
            </a:avLst>
          </a:prstGeom>
          <a:solidFill>
            <a:srgbClr val="9664C8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DESIGN PATTERNS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975104"/>
            <a:ext cx="2185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 (Supabase Client), Observer (Realtime DB), Strategy (AI Modes), State (Interview), Facade, Decorator, Chain of Responsibility Middleware, Repository Pattern.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587752" cy="3657600"/>
          </a:xfrm>
          <a:prstGeom prst="roundRect">
            <a:avLst>
              <a:gd name="adj" fmla="val 3534"/>
            </a:avLst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68249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1975104"/>
            <a:ext cx="21854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 policies enforced across every table, with the app deployed live on Vercel.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 dirty="0">
                <a:solidFill>
                  <a:srgbClr val="EC5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VIDEO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Finale: Skill Verse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skill-verse-tau.vercel.app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4211"/>
            </a:avLst>
          </a:prstGeom>
          <a:solidFill>
            <a:srgbClr val="282832"/>
          </a:solidFill>
          <a:ln w="25400">
            <a:solidFill>
              <a:srgbClr val="966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2606040"/>
            <a:ext cx="822960" cy="822960"/>
          </a:xfrm>
          <a:prstGeom prst="ellipse">
            <a:avLst/>
          </a:prstGeom>
          <a:solidFill>
            <a:srgbClr val="9664C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605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Video Demo [Drive Link ] — Browser Mode (click text)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365760" cy="365760"/>
          </a:xfrm>
          <a:prstGeom prst="ellipse">
            <a:avLst/>
          </a:prstGeom>
          <a:solidFill>
            <a:srgbClr val="EC579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526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EC5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77440" y="4526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LMS API token connection &amp; course import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001768"/>
            <a:ext cx="365760" cy="365760"/>
          </a:xfrm>
          <a:prstGeom prst="ellipse">
            <a:avLst/>
          </a:prstGeom>
          <a:solidFill>
            <a:srgbClr val="F2774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001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2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0:12 – 0:28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5001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Planner generating Llama 3.3 subtasks &amp; burnout warning badge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477256"/>
            <a:ext cx="365760" cy="365760"/>
          </a:xfrm>
          <a:prstGeom prst="ellipse">
            <a:avLst/>
          </a:prstGeom>
          <a:solidFill>
            <a:srgbClr val="9664C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477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966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0:28 – 0:42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77440" y="54772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OAuth 2.0 sync &amp; Educator AI Quiz Generator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95274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952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952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0:42 – 1:00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59527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AI voice mock interview room with real-time feedback score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</TotalTime>
  <Words>495</Words>
  <Application>Microsoft Office PowerPoint</Application>
  <PresentationFormat>On-screen Show (4:3)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Nafiz Imtiaz</cp:lastModifiedBy>
  <cp:revision>3</cp:revision>
  <dcterms:created xsi:type="dcterms:W3CDTF">2026-08-24T10:47:41Z</dcterms:created>
  <dcterms:modified xsi:type="dcterms:W3CDTF">2026-08-24T16:42:12Z</dcterms:modified>
</cp:coreProperties>
</file>